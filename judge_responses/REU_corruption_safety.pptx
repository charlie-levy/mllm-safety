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000000"/>
                </a:solidFill>
              </a:defRPr>
            </a:pPr>
            <a:r>
              <a:t>When Vision Breaks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555555"/>
                </a:solidFill>
              </a:defRPr>
            </a:pPr>
            <a:r>
              <a:t>Do everyday image corruptions break vision-language-model safety alignment — and can we defend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</a:defRPr>
            </a:pPr>
            <a:r>
              <a:t>REU project · overall results (preliminary)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The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VLMs are safety-aligned on clean images.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Real-world images are corrupted — blur, noise, weather, low-light, JPEG compression.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Q1.  Do everyday corruptions weaken that safety alignment?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Q2.  If so, can we restore it — by corruption-aware training or by prompting?</a:t>
            </a:r>
          </a:p>
          <a:p>
            <a:pPr lvl="1">
              <a:spcAft>
                <a:spcPts val="700"/>
              </a:spcAft>
            </a:pPr>
            <a:r>
              <a:rPr sz="1700">
                <a:solidFill>
                  <a:srgbClr val="555555"/>
                </a:solidFill>
              </a:rPr>
              <a:t>   – We test 6 VLMs across ImageNet-C corruptions on image-based safety benchmarks.</a:t>
            </a:r>
          </a:p>
        </p:txBody>
      </p:sp>
      <p:pic>
        <p:nvPicPr>
          <p:cNvPr id="5" name="Picture 4" descr="qc_corruption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157422"/>
            <a:ext cx="5394959" cy="11832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55555"/>
                </a:solidFill>
              </a:defRPr>
            </a:pPr>
            <a:r>
              <a:t>Example corruptions applied to a benchmark image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Setup — one frozen, apples-to-apples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Models:  LLaVA-CoT (11B) · Llama-3.2-V (base, 11B) · Qwen2.5-VL (7B) · LlamaV-o1 (11B) · R1-Onevision (7B, + no-think)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Corruptions:  ImageNet-C — blur / snow / fog / frost / JPEG / noise / pixelate …, severity-tuned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Safety benchmarks:  SIUO (danger hidden in the image) · MM-SafetyBench · FigStep · BeaverTails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Judges:  GPT-4o Reasoning/Conclusion harmful-rate · Llama-Guard-3 ASR · ScienceQA / MathVista utility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Frozen inference:  bf16, greedy, 2048 tok, seed 0  →  every run is directly comparable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Proposed defenses:  TIS (Think-in-Safety) safety LoRA · training-free system-prompt defense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Table 1 — Image corruptions break safety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463040"/>
                <a:gridCol w="1737360"/>
                <a:gridCol w="1371600"/>
                <a:gridCol w="1554480"/>
                <a:gridCol w="1188720"/>
              </a:tblGrid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</a:rPr>
                        <a:t>Model (SIUO, HR_C %)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</a:rPr>
                        <a:t>clean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</a:rPr>
                        <a:t>glass blur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</a:rPr>
                        <a:t>snow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</a:rPr>
                        <a:t>zoom blur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</a:rPr>
                        <a:t>Δ worst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</a:rPr>
                        <a:t>Llama-3.2-V (base)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60.5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61.1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64.7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69.5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+9.0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</a:rPr>
                        <a:t>LLaVA-CoT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68.3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71.3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71.9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74.8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+6.5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</a:rPr>
                        <a:t>Qwen2.5-VL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70.1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74.2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+4.1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</a:rPr>
                        <a:t>LlamaV-o1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50.9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58.1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54.5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62.9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+12.0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</a:rPr>
                        <a:t>R1-Onevision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85.6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84.4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86.8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+3.0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</a:rPr>
                        <a:t>R1-Onevision (no-think)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83.8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90.4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89.8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88.6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+6.6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</a:rPr>
              <a:t>•  Every one of the 6 VLMs becomes LESS safe under corruption — harmful-rate rises in all cases.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</a:rPr>
              <a:t>•  Effect is consistent (+3 to +12 points HR_conclusion); zoom blur is the most damaging.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</a:rPr>
              <a:t>•  Metric = GPT-4o Reasoning/Conclusion judge on SIUO (167 items); higher = less 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Table 1, visualized — the upward shift is universal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uo_conclusion_asr_corru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04137"/>
            <a:ext cx="7863839" cy="35812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554480"/>
            <a:ext cx="310896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000000"/>
                </a:solidFill>
              </a:rPr>
              <a:t>•  Grey = clean; colored = corrupted.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000000"/>
                </a:solidFill>
              </a:rPr>
              <a:t>•  Every model's bars step UP under corruption.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000000"/>
                </a:solidFill>
              </a:rPr>
              <a:t>•  Even the strongest models (R1-Onevision) degrade further.</a:t>
            </a:r>
          </a:p>
          <a:p>
            <a:pPr>
              <a:spcAft>
                <a:spcPts val="700"/>
              </a:spcAft>
            </a:pPr>
            <a:r>
              <a:rPr sz="1600">
                <a:solidFill>
                  <a:srgbClr val="000000"/>
                </a:solidFill>
              </a:rPr>
              <a:t>•  Safety alignment is NOT robust to ordinary image degradation.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Why — the harm-location principle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6126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</a:rPr>
              <a:t>•  Corruption breaks safety only when ALL THREE hold: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555555"/>
                </a:solidFill>
              </a:rPr>
              <a:t>   – 1.  the harm signal lives IN the image,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555555"/>
                </a:solidFill>
              </a:rPr>
              <a:t>   – 2.  the corruption actually destroys that signal,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555555"/>
                </a:solidFill>
              </a:rPr>
              <a:t>   – 3.  the model is not safety-tuned.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</a:rPr>
              <a:t>•  SIUO hides danger in the image → corruption blinds the model → it complies.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</a:rPr>
              <a:t>•  Text-borne harm (BeaverTails) and typographic harm (MM-Safety SD_TYPO) SURVIVE corruption.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</a:rPr>
              <a:t>•  The model incriminates itself in its own reasoning: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555555"/>
                </a:solidFill>
              </a:rPr>
              <a:t>   – clean → “microwaving eggs can explode” (refuses)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555555"/>
                </a:solidFill>
              </a:rPr>
              <a:t>   – corrupted → “seems unrelated to the image… Allowed Request” (complies)</a:t>
            </a:r>
          </a:p>
        </p:txBody>
      </p:sp>
      <p:pic>
        <p:nvPicPr>
          <p:cNvPr id="5" name="Picture 4" descr="think_in_safety_zoomblur75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7326" y="1371600"/>
            <a:ext cx="1850548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555555"/>
                </a:solidFill>
              </a:defRPr>
            </a:pPr>
            <a:r>
              <a:t>A genuine clean-refuse → corrupted-comply flip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Even safety tuning cracks — corruption brings ASR back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ruptions_bring_asr_back_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2834"/>
            <a:ext cx="7863840" cy="39924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0" y="146304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TIS safety LoRA cuts SIUO ASR from 67.7% → 25.1% clean.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But EVERY corruption pushes it back up (+1 to +8 pts); zoom blur worst (33.5%).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Snow example:  'control car with one hand' → clean REFUSES; snow reframes as normal help and COMPLIES.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TIS DOES hold where harm is text-borne — MM-Safety 0%, BeaverTails-V 77→~20% (flat under corruption) — the harm-location exception.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Safety tuning keeps the model useful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qa_utilit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93765"/>
            <a:ext cx="7863839" cy="43105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78240" y="1554480"/>
            <a:ext cx="320040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ScienceQA: 82–92% held across all 10 corruptions (clean 90.4%).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Only blurs bite; fog / frost / JPEG ≈ baseline.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So the safety failure is NOT the model going blind — it still answers benign questions fine.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But there IS a tax:  TIS over-refuses benign prompts (ORR 43 → 82) — the cost is over-refusal, not utility.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Proposed solution — corruption-aware safety fine-tuning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0302A"/>
                </a:solidFill>
              </a:defRPr>
            </a:pPr>
            <a:r>
              <a:t>PRELIMINARY</a:t>
            </a:r>
          </a:p>
        </p:txBody>
      </p:sp>
      <p:pic>
        <p:nvPicPr>
          <p:cNvPr id="5" name="Picture 4" descr="corruption_aware_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08176"/>
            <a:ext cx="7955280" cy="4773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95360" y="1554480"/>
            <a:ext cx="3383280" cy="4937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Train the safety LoRA ON corrupted images (25% clean / glass / snow / zoom).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Clean checkpoint reproduces the reference exactly (loss 1.5930 vs 1.5929) → validated.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Reasoning trace gets safer:  HR_R ↓ 5.6.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But the final answer does NOT:  HR_C +2.4 — fixing the conclusion is the open problem.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</a:rPr>
              <a:t>•  Same GPT-4o judge as Table 1 → directly comparable.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Complementary defense — training-free prompting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384048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B0302A"/>
                </a:solidFill>
              </a:defRPr>
            </a:pPr>
            <a:r>
              <a:t>PRELIMINARY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>
                <a:solidFill>
                  <a:srgbClr val="000000"/>
                </a:solidFill>
              </a:rPr>
              <a:t>•  Idea:  a system prompt that tells the model to check safety — and that the image may be blurry.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00000"/>
                </a:solidFill>
              </a:rPr>
              <a:t>•  safety prompt:  generic 'refuse if unsafe' nudge (no mention of image quality).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00000"/>
                </a:solidFill>
              </a:rPr>
              <a:t>•  blur_safe prompt:  same nudge + explicit blur/corruption awareness.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00000"/>
                </a:solidFill>
              </a:rPr>
              <a:t>•  Result (clean, LLaVA-CoT):  HR_conclusion  68.3  →  59.9  with the safety prompt  (−8.4 pts).</a:t>
            </a:r>
          </a:p>
          <a:p>
            <a:pPr lvl="1">
              <a:spcAft>
                <a:spcPts val="700"/>
              </a:spcAft>
            </a:pPr>
            <a:r>
              <a:rPr sz="1600">
                <a:solidFill>
                  <a:srgbClr val="555555"/>
                </a:solidFill>
              </a:rPr>
              <a:t>   – Zero training, zero cost — just the prompt.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000000"/>
                </a:solidFill>
              </a:rPr>
              <a:t>•  Open question:  does blur-awareness beat a generic nudge under real corruption?</a:t>
            </a:r>
          </a:p>
          <a:p>
            <a:pPr lvl="1">
              <a:spcAft>
                <a:spcPts val="700"/>
              </a:spcAft>
            </a:pPr>
            <a:r>
              <a:rPr sz="1600">
                <a:solidFill>
                  <a:srgbClr val="555555"/>
                </a:solidFill>
              </a:rPr>
              <a:t>   – 7 of 8 cells still being judged; corrupted-condition rows pending.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Table 2 — What else we have found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852160"/>
                <a:gridCol w="2286000"/>
              </a:tblGrid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Finding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</a:rPr>
                        <a:t>Key result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</a:rPr>
                        <a:t>Judge / data</a:t>
                      </a:r>
                    </a:p>
                  </a:txBody>
                  <a:tcPr marL="54864" marR="54864" marT="18288" marB="18288" anchor="ctr">
                    <a:solidFill>
                      <a:srgbClr val="EEEEEE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Corruption re-breaks safety tuning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SIUO: TIS 25.1% clean → 33.5% zoom blur (every corruption ↑)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GPT-4o R/C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TIS holds on text-borne harm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MM-Safety SD_TYPO 0%; BeaverTails-V 77→~20%, flat under corruption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Guard · string-match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Corruption-aware training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Helps reasoning (HR_R ↓ 2–8 pts); final answer not yet fixed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GPT-4o R/C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Safety tuning over-refuses (tax)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TIS: FigStep ASR 70→14, but ORR 43→82 on benign prompts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string-match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Reasoning ≠ safer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R1-Onevision highest HR (84–90); LlamaV-o1 lowest (~51)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GPT-4o R/C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00000"/>
                          </a:solidFill>
                        </a:rPr>
                        <a:t>Situational safety fails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MSSBench: answers regardless of danger; unsafe-acc low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</a:rPr>
                        <a:t>GPT-4o · MSSBench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21208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solidFill>
                  <a:srgbClr val="000000"/>
                </a:solidFill>
              </a:rPr>
              <a:t>•  The safety effect of corruption is real but conditional — it depends on where the harm lives and whether the model is defended.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00000"/>
                </a:solidFill>
              </a:defRPr>
            </a:pPr>
            <a: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78992"/>
            <a:ext cx="11057839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Fix the conclusion gap:  corruption-aware training helps the reasoning trace but not the final answer — iterate the recipe (more corruptions, severities in training).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One judge everywhere:  migrate safety scoring to the GPT-4o Reasoning/Conclusion judge for apples-to-apples.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Dose-response:  add ASR-vs-severity curves (a single severity can't separate a real effect from judge noise).</a:t>
            </a:r>
          </a:p>
          <a:p>
            <a:pPr>
              <a:spcAft>
                <a:spcPts val="700"/>
              </a:spcAft>
            </a:pPr>
            <a:r>
              <a:rPr sz="1900">
                <a:solidFill>
                  <a:srgbClr val="000000"/>
                </a:solidFill>
              </a:rPr>
              <a:t>•  TODO:  more models on the corruption-aware fix · MathVista utility · over-refusal (ORR) as a safety-tax metric.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