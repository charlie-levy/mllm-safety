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00000"/>
                </a:solidFill>
                <a:latin typeface="Calibri"/>
              </a:rPr>
              <a:t>Week 9:  Does VLM Safety Survive Image Corruption?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Charlie Levy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July 20th,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000000"/>
                </a:solidFill>
                <a:latin typeface="Calibri"/>
              </a:rPr>
              <a:t>•  MLLMs are safety-aligned and evaluated on clean images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000000"/>
                </a:solidFill>
                <a:latin typeface="Calibri"/>
              </a:rPr>
              <a:t>•  Real-world images are corrupted — blur, noise, weather, compression</a:t>
            </a:r>
          </a:p>
          <a:p>
            <a:pPr algn="l">
              <a:spcBef>
                <a:spcPts val="1000"/>
              </a:spcBef>
              <a:spcAft>
                <a:spcPts val="8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•  Q1.  Do everyday corruptions weaken safety alignment?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Yes — systematically, and we can now say where and why</a:t>
            </a:r>
          </a:p>
          <a:p>
            <a:pPr algn="l">
              <a:spcBef>
                <a:spcPts val="1000"/>
              </a:spcBef>
              <a:spcAft>
                <a:spcPts val="8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•  Q2.  Can we restore it — by training or by prompting?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Training cracks under corruption; corruption-aware prompting is the cheapest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7220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5 VLMs  ×  10 corruptions  ×  6 safety benchmarks  —  all model-judged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 Models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LLaVA-CoT (11B)  ·  Llama-3.2-V (11B)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Qwen2.5-VL (7B)  ·  LlamaV-o1 (11B)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R1-Onevision (7B)  ±  thinking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 Corruptions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ImageNet-C, severity-controlled: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blurs, snow, frost, fog, contrast, JPEG, elastic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4864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 Safety benchmarks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SIUO (167)  ·  HoliSafe (476)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MM-SafetyBench  ·  VLSBench  ·  SPA-VL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 Utility controls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ScienceQA  ·  MathVista, same corruptions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 Judging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GPT-4o scores reasoning &amp; final answer separately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(HR_R / HR_C)  ·  no string matching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Week 9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•  Completed this week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WACV paper: full 7-page draft, compiles cleanly — results, stats, and all citations verified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Statistical hardening: paired sign tests + McNemar replace raw comparisons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HoliSafe safe-image+safe-text subset: 476 items × 5 models judged with GPT-4o (finishing tonight)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Two camera-ready figures: safety–utility decoupling, harm-location effect</a:t>
            </a:r>
          </a:p>
          <a:p>
            <a:pPr algn="l">
              <a:spcBef>
                <a:spcPts val="1000"/>
              </a:spcBef>
              <a:spcAft>
                <a:spcPts val="8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•  Running right now — 24 H100 jobs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Prompt defense extended to Qwen2.5-VL + R1-Onevision (16 jobs)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Zoom-blur dose–response, severities 1–5 × 2 models (8 jobs)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7220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Every remaining paper gap has a job running against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Corruption Raises Judged Harm — Across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Calibri"/>
              </a:rPr>
              <a:t>SIUO (167 items) · GPT-4o judge · final-answer harmful rate, % (lower = safer)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54480" y="1463040"/>
          <a:ext cx="9052560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1371600"/>
                <a:gridCol w="1371600"/>
                <a:gridCol w="1371600"/>
                <a:gridCol w="1371600"/>
              </a:tblGrid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18000" marB="18000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Clean</a:t>
                      </a:r>
                    </a:p>
                  </a:txBody>
                  <a:tcPr marT="18000" marB="18000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Glass blur</a:t>
                      </a:r>
                    </a:p>
                  </a:txBody>
                  <a:tcPr marT="18000" marB="18000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Snow</a:t>
                      </a:r>
                    </a:p>
                  </a:txBody>
                  <a:tcPr marT="18000" marB="18000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Zoom blur</a:t>
                      </a:r>
                    </a:p>
                  </a:txBody>
                  <a:tcPr marT="18000" marB="18000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Llama-3.2-V (base)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60.5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61.1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64.7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69.5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LLaVA-CoT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68.3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71.3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71.9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74.8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Qwen2.5-VL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70.1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73.0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73.0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74.2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LlamaV-o1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83.2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80.8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82.0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86.8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R1-Onevision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83.8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85.6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84.4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86.8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R1-Onevision (no-think)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83.8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90.4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89.8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88.6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54480" y="507492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16 of 18 model × corruption cells increase (sign test p = 0.0013).  The two decreases are not significant (McNemar p &gt; 0.5).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Mild, natural corruptions make every model family less safe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Safety Breaks Even When Utility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Calibri"/>
              </a:rPr>
              <a:t>Each point = one corruption · Δ vs clean on LLaVA-CoT</a:t>
            </a:r>
          </a:p>
        </p:txBody>
      </p:sp>
      <p:pic>
        <p:nvPicPr>
          <p:cNvPr id="5" name="Picture 4" descr="decoup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5120640" cy="42040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554480"/>
            <a:ext cx="56692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 x-axis: utility change (ScienceQA) · y-axis: safety change (SIUO ASR)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 Every corruption sits above zero — all weaken safety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 JPEG, frost, fog: zero utility cost, still +2 to +4 pts ASR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 So this is not “the model just got dumber”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Safety is measurably more fragile than capability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One Principle Predicts the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Calibri"/>
              </a:rPr>
              <a:t>Δ attack success under zoom blur, LLaVA-CoT · 4 benchmarks</a:t>
            </a:r>
          </a:p>
        </p:txBody>
      </p:sp>
      <p:pic>
        <p:nvPicPr>
          <p:cNvPr id="5" name="Picture 4" descr="signed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486400" cy="31875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64592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 Image carries the evidence of harm →  corruption hurts safety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SPA-VL +4.6 · HoliSafe +3.8 · VLSBench +7.0</a:t>
            </a:r>
          </a:p>
          <a:p>
            <a:pPr algn="l">
              <a:spcBef>
                <a:spcPts val="1000"/>
              </a:spcBef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 Image carries the attack itself (rendered text) →  corruption helps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    –  MM-SafetyBench −11.3: blur destroys the 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Where the harm signal lives determines what corruption does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Even Safety Fine-Tuning Cracks Under Corruption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Calibri"/>
              </a:rPr>
              <a:t>Think-in-Safety (TIS) LoRA on LLaVA-CoT · SIUO ASR</a:t>
            </a:r>
          </a:p>
        </p:txBody>
      </p:sp>
      <p:pic>
        <p:nvPicPr>
          <p:cNvPr id="5" name="Picture 4" descr="corruptions_bring_asr_back_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417320"/>
            <a:ext cx="8229600" cy="4178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737360"/>
            <a:ext cx="320040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•  Clean: 67.7% → 25.1%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 All 10 corruptions push it back up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    –  +1.3 to +8.4 pts (p = 0.002)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 Zoom blur costs a third of the safety margin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Where Does the Safety Live?  Module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Calibri"/>
              </a:rPr>
              <a:t>TIS LoRA applied to vision tower / LLM / both · SIUO, zoom blur</a:t>
            </a:r>
          </a:p>
        </p:txBody>
      </p:sp>
      <p:pic>
        <p:nvPicPr>
          <p:cNvPr id="5" name="Picture 4" descr="siuo_module_ablation_as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371600"/>
            <a:ext cx="5760720" cy="3508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737360"/>
            <a:ext cx="53949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 Vision-only tuning: safest reasoning (50.3) — but the worst final answers (50.9)</a:t>
            </a:r>
          </a:p>
          <a:p>
            <a:pPr algn="l">
              <a:spcBef>
                <a:spcPts val="1000"/>
              </a:spcBef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 LLM tuning alone recovers the safe conclusion (31.7)</a:t>
            </a:r>
          </a:p>
          <a:p>
            <a:pPr algn="l">
              <a:spcBef>
                <a:spcPts val="1000"/>
              </a:spcBef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 Safer reasoning does not automatically produce safer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The refusal decision lives in the language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Cheapest Fix So Far: Corruption-Aware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Calibri"/>
              </a:rPr>
              <a:t>System prompt: check safety — and the image may be degraded</a:t>
            </a:r>
          </a:p>
        </p:txBody>
      </p:sp>
      <p:pic>
        <p:nvPicPr>
          <p:cNvPr id="5" name="Picture 4" descr="part8_prompting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6400800" cy="2779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1737360"/>
            <a:ext cx="484632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00000"/>
                </a:solidFill>
                <a:latin typeface="Calibri"/>
              </a:rPr>
              <a:t>•  blur_safe &lt; safety &lt; none in every condition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 Up to −21 pts harmful rate, no measured utility cost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 Blur-awareness itself adds ~7 pts over a generic safety nudge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700" b="0" i="1">
                <a:solidFill>
                  <a:srgbClr val="000000"/>
                </a:solidFill>
                <a:latin typeface="Calibri"/>
              </a:rPr>
              <a:t>•  Generalization to Qwen2.5-VL + R1-Onevision: running right now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New This Week: HoliSafe Replication (n = 476)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Calibri"/>
              </a:rPr>
              <a:t>Safe image + safe text → unsafe subset · GPT-4o judge · final-answer harmful rate, 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54480" y="1508760"/>
          <a:ext cx="905256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920240"/>
                <a:gridCol w="1920240"/>
                <a:gridCol w="1920240"/>
              </a:tblGrid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18000" marB="18000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Clean</a:t>
                      </a:r>
                    </a:p>
                  </a:txBody>
                  <a:tcPr marT="18000" marB="18000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Zoom blur</a:t>
                      </a:r>
                    </a:p>
                  </a:txBody>
                  <a:tcPr marT="18000" marB="18000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T="18000" marB="18000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Llama-3.2-V (base)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34.5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+2.4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LLaVA-CoT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36.1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+4.0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LlamaV-o1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42.2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49.2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+7.0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Qwen2.5-VL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26.7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26.1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R1-Onevision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judging tonight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judging tonight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54480" y="489204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3× larger than SIUO, same direction in 3 of 4 models.  LLaVA-CoT Δ (+4.0) independently matches our earlier refusal-based estimate (+3.8) — two scoring methods agree.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The SIUO findings replicate on an independent benchmark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WACV Paper &amp; Poster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0642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•  Paper — full draft done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7 pages, compiles on Overleaf; abstract, 5 contributions, Tables 1–3, 2 vector figures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Every claim re-verified from raw judged outputs; every citation checked against the venue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Remaining: HoliSafe table (tonight), dose–response + extended prompting (this week), ~50-item human audit of the judge</a:t>
            </a:r>
          </a:p>
          <a:p>
            <a:pPr algn="l">
              <a:spcBef>
                <a:spcPts val="1000"/>
              </a:spcBef>
              <a:spcAft>
                <a:spcPts val="800"/>
              </a:spcAft>
            </a:pPr>
            <a:r>
              <a:rPr sz="1900" b="1" i="0">
                <a:solidFill>
                  <a:srgbClr val="000000"/>
                </a:solidFill>
                <a:latin typeface="Calibri"/>
              </a:rPr>
              <a:t>•  Poster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Content frozen from the paper: figures, tables, condensed abstract all ready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    –  Layout + assembly is next week's task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Abstract (condensed)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VLMs are increasingly deployed in safety-critical settings, yet their safety alignment is evaluated almost exclusively on clean images. We systematically evaluate reasoning and non-reasoning VLMs under common image corruptions, on benchmarks where harmful intent is conveyed through image semantics.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Our results reveal a safety–capability decoupling: corruptions with zero measured utility cost still weaken safety. The direction follows a harm-location principle — corruption degrades safety when the image carries the evidence of harm, and improves it when the image carries the attack itself. Safety tuning remains vulnerable: corruption re-opens part of the gap it closes, and a module ablation localizes the refusal decision in the language model. Corruption-aware prompting recovers most of the lost safety at no utility cost.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Common image corruptions are an overlooked failure mode in multimodal safety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Calibri"/>
              </a:rPr>
              <a:t>Up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•  Judge the 24 running jobs  →  dose–response figure + 3-model prompting table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•  Fold HoliSafe results into the paper (tonight)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•  Human audit of the GPT-4o judge (~50 items, Cohen's κ)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•  Qualitative flip example + corruption-gallery figures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•  Assemble the poster from paper assets</a:t>
            </a:r>
          </a:p>
          <a:p>
            <a:pPr algn="l">
              <a:spcBef>
                <a:spcPts val="100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•  Submit.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Image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47826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00000"/>
                </a:solidFill>
                <a:latin typeface="Calibri"/>
              </a:rPr>
              <a:t>Thank you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2400" b="0" i="0">
                <a:solidFill>
                  <a:srgbClr val="595959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